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83119-7537-42B0-9EF2-59AF4305C211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AAF63-5D9A-4492-9F50-CAA046CABA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84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Notes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AAF63-5D9A-4492-9F50-CAA046CABAB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57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3247-511D-2D19-8419-0B05F6989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0FE990-9E2A-C52D-E7B1-CD10681F2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4A25DF-C7BD-1FB8-78C7-BA9A56DE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555ED-5028-AF5D-0D65-4C08BE446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A22CC2-EB24-A56B-266C-882699BD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98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E444C-B1EE-6EEB-3291-9A9DCB57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DE83DD-E653-0D3E-7F53-156C959B7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82D9D-DABE-6ABE-6D74-DD5B01B6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B95D0F-F329-1CCF-0D1A-233549A5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CCD0FD-5F5E-9C96-3143-FE4A3BFA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89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E6691-B436-8A54-DFAE-A766EA26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266A29-0C7C-1737-6B6F-1319BE531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ECA8D-85FD-1D5B-9CCE-53E57CE4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831BF-062D-C147-438E-F0C06C70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EFDC0-7A30-098C-BCA9-94D8A298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16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B0D2A-3632-9138-23A0-5B609DB5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5ED5D-AB4D-43F7-A48F-A5F6E477E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C32D0F-A253-FB24-563D-69EE6E4BB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575D39-EB8D-238F-B0AC-75E5C8E27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98AD50-EEBD-DADE-099E-9801A911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8DEAAA-2698-5E1D-905F-E51B48CA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19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2083F-699F-1A55-46EA-032619BD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FC66D-6F9E-F07F-DF71-2F6101FA0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A6E2D4-4F0A-67A7-9CB2-FC9D7DDB6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CB1DBC-4699-CF0F-DB4E-41D6BE1B3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9CBFCF-B224-9636-FA9C-6E94B0BF8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8C0F3D-859A-4EC9-FD75-6020E10B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6CB43B-3062-73C9-6D1C-6A7B5297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1E07AB-3FCF-A3E6-35D4-6AFB6BF3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14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DFE99-F14B-C524-A3C5-B8ED5335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6CFFC-293A-6BDB-3BBA-CD9163E9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31B59E-68F8-0E04-0284-A91FAEB4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C8E4DF-BB1D-1996-218F-4846790E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1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F0E51C-8660-2387-2330-DF6B4159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0B75CD-9F5F-3949-5453-387D10FE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95CA9C-3D31-5372-F965-D82A2AA9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4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29DEF-C63F-8DCE-4CC4-A823C707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84D179-1747-9FBB-D4E2-0228DCF8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8F6BB4-010F-3B2A-CD7D-5B6E8E903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887842-48DE-94C7-2C54-FDCDB45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B60B1-B963-DAF6-AC87-F400F989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4ACB82-A99F-F5A9-BCA6-B49D6A36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56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9EA45-C6A3-111E-5CB3-F74A04FC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8AD897-37AB-6C9C-2980-0E1FD1E82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AF413A-E291-68E0-C256-C63F020AC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4084B2-74DB-F160-61D0-5D35F6F0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03AEEA-4BC8-535F-79A8-8802F35A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D2A994-E76D-40EC-6869-86686688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8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2F37D-C29D-1F18-FF1D-938EBE20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A161CA-9885-45D9-0ABB-7D4A8836B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62DD7-E2DC-DD37-E62E-A57F3118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D8FDE-B203-8DDF-97B7-DD46458A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6AA8F-8CCE-106A-5A56-D756EE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46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7A6101-25DC-BC59-D41E-42C2B5ADE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2C791A-0C0C-A5B1-D00A-836A14FCD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CFE219-4DFF-D55E-032B-9335636A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F5582-AFF1-190F-7C59-16C919DC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77D4A-88C4-DE08-2A54-629EA0D7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3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2CCC05-EF27-845E-5DD7-4196D05E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74F719-01DB-83CD-2F3F-2FFC9B887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94E00-C0C0-A186-8D9C-A7297D7DD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EB520-9780-4097-8948-6C49967DC74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AD1B5-3E1B-03F5-D64E-C5B3B7AB3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43E5C-0B6C-5B75-48C7-CCE2218CD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AF186-1543-4C3D-A7FE-DCDBD49CE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08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53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自定义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Yeyu contributors</dc:creator>
  <cp:lastModifiedBy>Yeyu contributors</cp:lastModifiedBy>
  <cp:revision>1</cp:revision>
  <dcterms:created xsi:type="dcterms:W3CDTF">2026-10-26T03:08:04Z</dcterms:created>
  <dcterms:modified xsi:type="dcterms:W3CDTF">2026-10-26T03:08:04Z</dcterms:modified>
</cp:coreProperties>
</file>